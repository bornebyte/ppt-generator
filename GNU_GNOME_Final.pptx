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GNU and GNOME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Free Software and Its Impact on the World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GNU Project</a:t>
            </a:r>
          </a:p>
          <a:p>
            <a:pPr lvl="1"/>
            <a:r>
              <a:t>Origins of Software Freedom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000000"/>
                </a:solidFill>
                <a:latin typeface="Calibri"/>
              </a:rPr>
              <a:t>The GNU Project was launched to ensure that software users could run, study, modify, and share software freely.</a:t>
            </a:r>
          </a:p>
        </p:txBody>
      </p:sp>
      <p:pic>
        <p:nvPicPr>
          <p:cNvPr id="4" name="Picture 3" descr="gn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3474720" cy="3398184"/>
          </a:xfrm>
          <a:prstGeom prst="rect">
            <a:avLst/>
          </a:prstGeom>
        </p:spPr>
      </p:pic>
      <p:pic>
        <p:nvPicPr>
          <p:cNvPr id="5" name="Picture 4" descr="richard_stallm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286000"/>
            <a:ext cx="3474720" cy="20395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GNOME Desktop</a:t>
            </a:r>
          </a:p>
          <a:p>
            <a:pPr lvl="1"/>
            <a:r>
              <a:t>Human-Centered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000000"/>
                </a:solidFill>
                <a:latin typeface="Calibri"/>
              </a:rPr>
              <a:t>GNOME focuses on simplicity, accessibility, and a distraction-free computing experience.</a:t>
            </a:r>
          </a:p>
        </p:txBody>
      </p:sp>
      <p:pic>
        <p:nvPicPr>
          <p:cNvPr id="4" name="Picture 3" descr="gnome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3383280" cy="2594432"/>
          </a:xfrm>
          <a:prstGeom prst="rect">
            <a:avLst/>
          </a:prstGeom>
        </p:spPr>
      </p:pic>
      <p:pic>
        <p:nvPicPr>
          <p:cNvPr id="5" name="Picture 4" descr="gnome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286000"/>
            <a:ext cx="3383280" cy="1854539"/>
          </a:xfrm>
          <a:prstGeom prst="rect">
            <a:avLst/>
          </a:prstGeom>
        </p:spPr>
      </p:pic>
      <p:pic>
        <p:nvPicPr>
          <p:cNvPr id="6" name="Picture 5" descr="gnome_sett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114800"/>
            <a:ext cx="3383280" cy="2416629"/>
          </a:xfrm>
          <a:prstGeom prst="rect">
            <a:avLst/>
          </a:prstGeom>
        </p:spPr>
      </p:pic>
      <p:pic>
        <p:nvPicPr>
          <p:cNvPr id="7" name="Picture 6" descr="gnome_app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4114800"/>
            <a:ext cx="3383280" cy="18895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