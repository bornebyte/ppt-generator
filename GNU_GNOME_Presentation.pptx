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free software philosophy briefly before moving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GNU and GNOME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Free Software, Human Freedom, and the Modern Digital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  <a:p>
            <a:pPr lvl="1"/>
            <a:r>
              <a:t>Why GNU and GNOME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Modern computing is dominated by proprietary software, yet much of the digital world quietly runs on free and open-source foundations. GNU and GNOME are two such foundational projects that emphasize freedom, collaboration, and user empowerment.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Together, they demonstrate how software can be developed ethically while still shaping global technology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GNU?</a:t>
            </a:r>
          </a:p>
          <a:p>
            <a:pPr lvl="1"/>
            <a:r>
              <a:t>A Free Software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GNU is a free software operating system initiated in 1983 by Richard Stallman. The goal of the GNU Project was to create a completely free Unix-like operating system.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GNU stands for 'GNU's Not Unix'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Emphasizes software freedom over convenience</a:t>
            </a:r>
          </a:p>
          <a:p>
            <a:pPr/>
            <a:r>
              <a:rPr sz="1800" b="1">
                <a:solidFill>
                  <a:srgbClr val="000000"/>
                </a:solidFill>
                <a:latin typeface="Calibri"/>
              </a:rPr>
              <a:t>Four essential freedoms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Run the program for any purpose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Study how the program works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Redistribute copies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Modify and distribute improvements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GNU Philosophy</a:t>
            </a:r>
          </a:p>
          <a:p>
            <a:pPr lvl="1"/>
            <a:r>
              <a:t>Freedom as a Technical and Moral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The GNU philosophy treats software freedom as a civil liberty. According to this view, proprietary software creates power imbalance by preventing users from understanding or controlling the tools they depend on.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Opposes digital restrictions management (DRM)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Rejects software surveillance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Promotes ethical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GNOME?</a:t>
            </a:r>
          </a:p>
          <a:p>
            <a:pPr lvl="1"/>
            <a:r>
              <a:t>A Desktop for Humans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GNOME is a free and open-source desktop environment designed to provide a simple, accessible, and distraction-free user experience. It is widely used in GNU/Linux systems.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Focus on simplicity and usability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Designed with accessibility in mind</a:t>
            </a:r>
          </a:p>
          <a:p>
            <a:pPr/>
            <a:r>
              <a:rPr sz="1800" b="1">
                <a:solidFill>
                  <a:srgbClr val="000000"/>
                </a:solidFill>
                <a:latin typeface="Calibri"/>
              </a:rPr>
              <a:t>Used by major platforms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Fedora Linux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Debian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Ubuntu (earlier versions)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GNOME Design Principles</a:t>
            </a:r>
          </a:p>
          <a:p>
            <a:pPr lvl="1"/>
            <a:r>
              <a:t>Less, But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GNOME follows a human-centered design philosophy. Instead of offering endless customization, it prioritizes consistency, clarity, and reduced cognitive load.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Minimalist interface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Keyboard-driven workflows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Strong accessibility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GNU + Linux + GNOME</a:t>
            </a:r>
          </a:p>
          <a:p>
            <a:pPr lvl="1"/>
            <a:r>
              <a:t>How the Stack Comes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In practice, GNU provides system tools, Linux provides the kernel, and GNOME provides the user interface. Together, they form a complete free operating system experience.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031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00100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Hardware interaction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GNU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Core utilities and libraries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interaction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the World</a:t>
            </a:r>
          </a:p>
          <a:p>
            <a:pPr lvl="1"/>
            <a:r>
              <a:t>Beyond Desktop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Used in servers and cloud infrastructure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Foundation of open-source education</a:t>
            </a:r>
          </a:p>
          <a:p>
            <a:pPr/>
            <a:r>
              <a:rPr sz="1800" b="1">
                <a:solidFill>
                  <a:srgbClr val="000000"/>
                </a:solidFill>
                <a:latin typeface="Calibri"/>
              </a:rPr>
              <a:t>Influence on industry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Cloud providers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Research institutions</a:t>
            </a:r>
          </a:p>
          <a:p>
            <a:pPr lvl="1"/>
            <a:r>
              <a:rPr sz="1800" b="0">
                <a:solidFill>
                  <a:srgbClr val="000000"/>
                </a:solidFill>
                <a:latin typeface="Calibri"/>
              </a:rPr>
              <a:t>Government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and Social Impact</a:t>
            </a:r>
          </a:p>
          <a:p>
            <a:pPr lvl="1"/>
            <a:r>
              <a:t>Technology Serving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GNU and GNOME promote a vision where technology respects users rather than exploiting them. This approach influences debates on digital rights, privacy, and software ownership.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Encourages digital self-reliance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Reduces dependency on corporations</a:t>
            </a:r>
          </a:p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Supports global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  <a:p>
            <a:pPr lvl="1"/>
            <a:r>
              <a:t>Shaping a Freer Digital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GNU and GNOME are not just software projects; they are social movements embedded in technology. Their continued development shapes a world where users retain control, transparency is valued, and collaboration transcends borders.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